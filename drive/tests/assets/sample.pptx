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officeDocument/2006/relationships/extended-properties" Target="docProps/app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>
  <Application>Sample</Application>
  <Slides>1</Slides>
</Properties>
</file>